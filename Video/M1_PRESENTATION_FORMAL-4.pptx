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9e92572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9e92572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e925721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e92572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09e925721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409e925721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e925721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09e925721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09e925721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09e92572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e925721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e925721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e92572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9e92572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e925721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09e925721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e925721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e925721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e925721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09e925721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09e925721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09e925721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e925721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9e925721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e925721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09e925721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09e925721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09e925721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e925721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e925721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9e925721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09e925721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9e925721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09e925721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e925721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9e925721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e925721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09e925721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09e925721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09e925721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09e925721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09e925721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9e925721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09e925721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09e925721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09e925721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9-15 at 11.56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010"/>
            <a:ext cx="9144003" cy="470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6-09-15 at 11.22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21025"/>
            <a:ext cx="9144003" cy="558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6-09-15 at 11.22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21025"/>
            <a:ext cx="9144003" cy="558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9-15 at 11.2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89775"/>
            <a:ext cx="9144003" cy="552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9-15 at 11.23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18775"/>
            <a:ext cx="9144003" cy="558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9-15 at 11.23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6275"/>
            <a:ext cx="9143997" cy="5456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6-09-15 at 11.23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6725"/>
            <a:ext cx="9144003" cy="565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9-15 at 11.23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96450"/>
            <a:ext cx="9144003" cy="5536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creenshot 2026-09-15 at 11.25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87525"/>
            <a:ext cx="9143997" cy="5518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creenshot 2026-09-15 at 11.25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94225"/>
            <a:ext cx="9143997" cy="553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Screenshot 2026-09-15 at 11.25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8125" y="0"/>
            <a:ext cx="9781248" cy="50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Screenshot 2026-09-15 at 11.25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2875"/>
            <a:ext cx="9143997" cy="5429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Screenshot 2026-09-15 at 11.26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7250"/>
            <a:ext cx="9144003" cy="5397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Screenshot 2026-09-15 at 11.26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7625"/>
            <a:ext cx="9144003" cy="5558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Screenshot 2026-09-15 at 11.26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0650"/>
            <a:ext cx="9144003" cy="542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 title="Screenshot 2026-09-15 at 11.26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3950"/>
            <a:ext cx="9144003" cy="5411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 title="Screenshot 2026-09-15 at 11.26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6954" y="-37950"/>
            <a:ext cx="928095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 title="Screenshot 2026-09-15 at 11.26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0" y="0"/>
            <a:ext cx="911236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 title="Screenshot 2026-09-15 at 11.26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 title="Screenshot 2026-09-15 at 11.26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375" y="0"/>
            <a:ext cx="94173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 title="Screenshot 2026-09-15 at 11.26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 title="Screenshot 2026-09-15 at 11.27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 title="Screenshot 2026-09-15 at 11.27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 title="Screenshot 2026-09-15 at 11.27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3" y="0"/>
            <a:ext cx="899563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